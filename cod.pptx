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59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59C9B-A683-4E38-A74C-530D83DA5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A85B30-ACCC-4591-A1A0-A901F80FE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8FB418-7AC6-4B2F-B5EB-34B19FC3D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BE26D8-870E-405B-AD54-62F500BE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F3D49D-1800-411B-9017-C8D0E2EBA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1249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985966-472C-4813-B98E-2CF285432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D283D4-8453-4665-9E64-853F20E1C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49E0FE-5AA2-4D23-9C17-4469036E9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1DE284-5587-4C94-9EF4-571C3E88C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6E3BEF-362E-4553-9EC3-664E9E66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4855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4939D-1633-4E8F-91F8-8BB06B100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58D3CE-A7F2-45FA-922E-8D558D1D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8C2FA1-A51A-4BBB-987D-38BB8F0B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998A9D-46D0-4306-BFC0-E67E3E33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7C63E6-320E-43E9-B653-A43A313A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96502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60794-2D82-4165-8137-8EDDCF01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A40E3B-5E7E-46BB-A218-F1271DD85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2CE204-55F4-49FB-96AB-0BE3B3BA0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659EAE-1D5C-435F-AD4A-44971E68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21B92D-1E61-4344-81E4-6444B620E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6DB252-97F6-4D0E-A9DF-B2CCBD11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7292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47ED2-C017-40FC-8AFA-2D1A9D2A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35A2F6-D718-4EF2-82DC-CF232A7F49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3F0E79-D3BD-4894-8577-9B2E08E56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B02B39-474A-4A52-85BA-E23FFC4BC7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3640212-C141-4E51-9DD2-F203FE9F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A415DF-164D-425D-BD06-12CEFC924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59ECD4-4283-494C-B461-8BAB7ADF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D97441C-8EB7-4DEC-B5B9-CD688B54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0330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ECDF4E-1E06-4778-97ED-5B1F1DF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08DED3-D388-4237-B6EF-4CA0299B4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628E89-511B-49FF-B01B-F5E56F5E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C597EC-3BC0-45BE-B336-10EDBCF90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3037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96AA78-C61E-4F29-8BE6-F6AF18CEA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CF58A22-5F3B-4623-BDD0-D27566525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94EC9C-8C72-4B87-8698-2FA66E4D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4991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A4AB3-3CA4-45B5-A257-E167F135F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642B96-5603-42AE-A94C-DD5FC9419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68855A-7BB8-4178-9886-6141DF207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B1E61B-9FBB-4808-86A5-D02DA53B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66DB9B-C62D-471A-8680-C807D3F1B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7C7C6E-8F1D-460C-9132-1BEE4BF6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55855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C1A6F-CC15-4F58-89E2-BAE174334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70D8B55-8B6D-4CB9-B6B8-494A8CF90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927865-014B-4F2A-B0BD-2FFA7BE76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9FD198-BBBA-4E08-BCB7-5EF9CEF6D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FE72F5-B057-4D0C-BE4D-559F968A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E73726-BFC6-4B88-A965-2550275B0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26504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27BFF-E2AF-44DB-A3CA-BA4E4AE06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51DC458-2628-4D3B-9934-29DEB77BE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D23DEA-05BC-4520-BCA2-D16E72CF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A7B434-01D8-4132-8BC7-13355439D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33B29D-1C17-4460-9CC4-1EE732B1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67986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25A3D1-E615-4BF5-9AB9-60EECC7AA9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B64E6A-93E7-41A2-8457-57956F6811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7CD955-59F1-401E-B69A-DA4002530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2B9E0F-1663-4961-B287-B826AA26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066D05-E61D-494D-904D-EE667585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7074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D6D3D4B-52E9-41A1-87D6-86050B12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03E1E6-D20C-47F6-8D63-9509F1DA7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99164B-BC58-4BBA-BC52-A96C8D5D72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48BDF-1D3B-4E69-9D78-9F997DFFA002}" type="datetimeFigureOut">
              <a:rPr lang="es-BO" smtClean="0"/>
              <a:t>1/2/2026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2A88B-6113-43B3-8BF5-273567B556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430FC6-CBD6-4FDC-9876-30CAB2D5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457FA-CC4D-4DC1-BF02-86C2C7D3C2D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2386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1550C-68F6-4A12-BA3D-51560FD709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Sistema de Codificación denominado ”Codorniz”</a:t>
            </a:r>
            <a:endParaRPr lang="es-B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E9B7F4-8B61-4313-89E5-1D6899027C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Cuestionario UPA: Nuevo desarrollo</a:t>
            </a:r>
          </a:p>
          <a:p>
            <a:r>
              <a:rPr lang="es-ES" dirty="0"/>
              <a:t>Desarrollado por: Wilmer Villca</a:t>
            </a:r>
          </a:p>
          <a:p>
            <a:r>
              <a:rPr lang="es-ES" dirty="0"/>
              <a:t>Fecha: Febrero 2026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808096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E277D44-57B1-4E36-A767-16F7424FB3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35467" y="-38947"/>
            <a:ext cx="12327467" cy="6896947"/>
          </a:xfrm>
        </p:spPr>
      </p:pic>
    </p:spTree>
    <p:extLst>
      <p:ext uri="{BB962C8B-B14F-4D97-AF65-F5344CB8AC3E}">
        <p14:creationId xmlns:p14="http://schemas.microsoft.com/office/powerpoint/2010/main" val="375347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0C9D768-D84C-45B0-B8DA-CDA47599A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3877216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D3BFAC-61C1-41D0-94B8-073C3A422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77216"/>
            <a:ext cx="12192000" cy="298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936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B4A91-FE44-4ADD-AA26-FFCB155A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UI Supervisor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357872B-52BF-337E-A359-B19780B26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" y="1290957"/>
            <a:ext cx="12185415" cy="442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084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6DA96-1D57-41FD-B8BE-CCE5FC32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UI Codificador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B4F51A9-DA42-60E2-80A8-4CAEAD020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6326"/>
            <a:ext cx="12192000" cy="479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052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EF3B1-E6A6-459E-9B26-BC73541B7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/>
              <a:t>Interoperabilidad y Revisión Offline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24D36F-B425-4BB5-9F3C-26DB4B3AB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37800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A5B37-CFB0-4F15-8340-9E3B550B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Estado del Sistema </a:t>
            </a:r>
            <a:endParaRPr lang="es-B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97E53C-8FBF-4648-86AA-FEB64B4EA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Hitos Alcanzados: Módulo UPA operativo con nueva UI y conservando la lógica de negocio, durante el 07/07/2025 al 13/11/2025.</a:t>
            </a:r>
          </a:p>
          <a:p>
            <a:r>
              <a:rPr lang="es-ES" dirty="0"/>
              <a:t>Próximos Pasos: Integración del cuestionario Comunal, UPA reportes, otros requerimientos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8947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C19D0-D509-4AA6-8951-EAB9BD9AB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Mejoras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0F1A3D-EE16-4A07-B78C-1D12183C1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err="1"/>
              <a:t>Dashboard</a:t>
            </a:r>
            <a:r>
              <a:rPr lang="es-BO" dirty="0"/>
              <a:t>: Gráficos de avance en tiempo real (Automática vs. Asistida).</a:t>
            </a:r>
          </a:p>
          <a:p>
            <a:r>
              <a:rPr lang="es-BO" dirty="0"/>
              <a:t>Reportes: 19 reportes estandarizados centralizados.</a:t>
            </a:r>
          </a:p>
          <a:p>
            <a:r>
              <a:rPr lang="es-ES" dirty="0"/>
              <a:t>Gestión de Bases ODBC: Filtrado por rango de fechas para revisión y actualización masiva tras la revisión dentro del sistema. </a:t>
            </a:r>
            <a:endParaRPr lang="es-BO" dirty="0"/>
          </a:p>
          <a:p>
            <a:r>
              <a:rPr lang="es-ES" dirty="0"/>
              <a:t>Auditoría: Trazabilidad de quién descargó y subió la información.</a:t>
            </a:r>
          </a:p>
          <a:p>
            <a:r>
              <a:rPr lang="es-ES" dirty="0"/>
              <a:t>Distribución de lotes por variable a supervisores/especialistas mediante sistema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5502807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133</Words>
  <Application>Microsoft Office PowerPoint</Application>
  <PresentationFormat>Panorámica</PresentationFormat>
  <Paragraphs>16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de Office</vt:lpstr>
      <vt:lpstr>Sistema de Codificación denominado ”Codorniz”</vt:lpstr>
      <vt:lpstr>Presentación de PowerPoint</vt:lpstr>
      <vt:lpstr>Presentación de PowerPoint</vt:lpstr>
      <vt:lpstr>UI Supervisor</vt:lpstr>
      <vt:lpstr>UI Codificador</vt:lpstr>
      <vt:lpstr>Interoperabilidad y Revisión Offline</vt:lpstr>
      <vt:lpstr>Estado del Sistema </vt:lpstr>
      <vt:lpstr>Mejoras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Codificación Integrado - Censo 2026</dc:title>
  <dc:creator>Wilmer Froilan</dc:creator>
  <cp:lastModifiedBy>Wilmer Froilan</cp:lastModifiedBy>
  <cp:revision>7</cp:revision>
  <dcterms:created xsi:type="dcterms:W3CDTF">2026-02-01T21:02:51Z</dcterms:created>
  <dcterms:modified xsi:type="dcterms:W3CDTF">2026-02-01T23:05:52Z</dcterms:modified>
</cp:coreProperties>
</file>